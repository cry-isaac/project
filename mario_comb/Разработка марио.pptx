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ru-RU"/>
              <a:t>Разработка марио</a:t>
            </a:r>
            <a:endParaRPr lang="ru-RU" alt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ru-RU" altLang="en-US"/>
              <a:t>Давыдова Виктория </a:t>
            </a:r>
            <a:endParaRPr lang="ru-RU" altLang="en-US"/>
          </a:p>
          <a:p>
            <a:r>
              <a:rPr lang="ru-RU" altLang="en-US"/>
              <a:t>Артемий Никаноров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>
            <a:spLocks noGrp="1"/>
          </p:cNvSpPr>
          <p:nvPr>
            <p:ph sz="half" idx="1"/>
          </p:nvPr>
        </p:nvSpPr>
        <p:spPr>
          <a:xfrm>
            <a:off x="647700" y="542925"/>
            <a:ext cx="5181600" cy="5634355"/>
          </a:xfrm>
        </p:spPr>
        <p:txBody>
          <a:bodyPr>
            <a:normAutofit fontScale="90000"/>
          </a:bodyPr>
          <a:p>
            <a:r>
              <a:rPr lang="ru-RU" altLang="en-US"/>
              <a:t>Цель</a:t>
            </a:r>
            <a:r>
              <a:rPr lang="en-US" altLang="en-US"/>
              <a:t>:</a:t>
            </a:r>
            <a:endParaRPr lang="en-US" alt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/>
              <a:t>Обучение</a:t>
            </a:r>
            <a:r>
              <a:rPr lang="en-US" altLang="ru-RU"/>
              <a:t> </a:t>
            </a:r>
            <a:r>
              <a:rPr lang="en-US" altLang="en-US"/>
              <a:t>геймдизайну</a:t>
            </a:r>
            <a:endParaRPr lang="en-GB" alt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/>
              <a:t>Создание</a:t>
            </a:r>
            <a:r>
              <a:rPr lang="en-US" altLang="ru-RU"/>
              <a:t> </a:t>
            </a:r>
            <a:r>
              <a:rPr lang="en-US" altLang="en-US"/>
              <a:t>платформера</a:t>
            </a:r>
            <a:r>
              <a:rPr lang="ru-RU" altLang="en-US"/>
              <a:t>, чтобы понять анимации и тайминги</a:t>
            </a:r>
            <a:endParaRPr lang="ru-RU" alt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/>
              <a:t>Понять</a:t>
            </a:r>
            <a:r>
              <a:rPr lang="en-US" altLang="ru-RU"/>
              <a:t> </a:t>
            </a:r>
            <a:r>
              <a:rPr lang="en-US" altLang="en-US"/>
              <a:t>работу</a:t>
            </a:r>
            <a:r>
              <a:rPr lang="en-US" altLang="ru-RU"/>
              <a:t> </a:t>
            </a:r>
            <a:r>
              <a:rPr lang="en-US" altLang="en-US"/>
              <a:t>спрайтовой</a:t>
            </a:r>
            <a:r>
              <a:rPr lang="en-US" altLang="ru-RU"/>
              <a:t> </a:t>
            </a:r>
            <a:r>
              <a:rPr lang="en-US" altLang="en-US"/>
              <a:t>анимации</a:t>
            </a:r>
            <a:r>
              <a:rPr lang="en-US" altLang="ru-RU"/>
              <a:t>.</a:t>
            </a:r>
            <a:endParaRPr lang="en-US" altLang="ru-RU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/>
              <a:t>Научиться</a:t>
            </a:r>
            <a:r>
              <a:rPr lang="en-US" altLang="ru-RU"/>
              <a:t> </a:t>
            </a:r>
            <a:r>
              <a:rPr lang="en-US" altLang="en-US"/>
              <a:t>обрабатывать</a:t>
            </a:r>
            <a:r>
              <a:rPr lang="en-US" altLang="ru-RU"/>
              <a:t> </a:t>
            </a:r>
            <a:r>
              <a:rPr lang="en-US" altLang="en-US"/>
              <a:t>столкновения</a:t>
            </a:r>
            <a:r>
              <a:rPr lang="en-US" altLang="ru-RU"/>
              <a:t> (</a:t>
            </a:r>
            <a:r>
              <a:rPr lang="en-US" altLang="en-US"/>
              <a:t>коллизию</a:t>
            </a:r>
            <a:r>
              <a:rPr lang="en-US" altLang="ru-RU"/>
              <a:t>)</a:t>
            </a:r>
            <a:endParaRPr lang="en-US" altLang="ru-RU"/>
          </a:p>
        </p:txBody>
      </p:sp>
      <p:sp>
        <p:nvSpPr>
          <p:cNvPr id="6" name="Замещающее содержимое 5"/>
          <p:cNvSpPr>
            <a:spLocks noGrp="1"/>
          </p:cNvSpPr>
          <p:nvPr>
            <p:ph sz="half" idx="2"/>
          </p:nvPr>
        </p:nvSpPr>
        <p:spPr>
          <a:xfrm>
            <a:off x="5981700" y="542925"/>
            <a:ext cx="5181600" cy="5634355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ru-RU" smtClean="0">
                <a:sym typeface="+mn-ea"/>
              </a:rPr>
              <a:t>Задачи:</a:t>
            </a:r>
            <a:endParaRPr lang="ru-RU" smtClean="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mtClean="0">
                <a:sym typeface="+mn-ea"/>
              </a:rPr>
              <a:t>Создать меню</a:t>
            </a:r>
            <a:endParaRPr lang="ru-RU" smtClean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dirty="0" smtClean="0"/>
              <a:t>Разработать</a:t>
            </a:r>
            <a:r>
              <a:rPr lang="en-US" altLang="ru-RU" dirty="0" smtClean="0"/>
              <a:t> </a:t>
            </a:r>
            <a:r>
              <a:rPr lang="en-US" altLang="en-US" dirty="0" smtClean="0"/>
              <a:t>набор</a:t>
            </a:r>
            <a:r>
              <a:rPr lang="en-US" altLang="ru-RU" dirty="0" smtClean="0"/>
              <a:t> </a:t>
            </a:r>
            <a:r>
              <a:rPr lang="en-US" altLang="en-US" dirty="0" smtClean="0"/>
              <a:t>базовых</a:t>
            </a:r>
            <a:r>
              <a:rPr lang="en-US" altLang="ru-RU" dirty="0" smtClean="0"/>
              <a:t> </a:t>
            </a:r>
            <a:r>
              <a:rPr lang="en-US" altLang="en-US" dirty="0" smtClean="0"/>
              <a:t>механик</a:t>
            </a:r>
            <a:endParaRPr lang="en-US" altLang="en-US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dirty="0" smtClean="0"/>
              <a:t>Реализовать</a:t>
            </a:r>
            <a:r>
              <a:rPr lang="en-US" altLang="ru-RU" dirty="0" smtClean="0"/>
              <a:t> </a:t>
            </a:r>
            <a:r>
              <a:rPr lang="en-US" altLang="en-US" dirty="0" smtClean="0"/>
              <a:t>обработку</a:t>
            </a:r>
            <a:r>
              <a:rPr lang="en-US" altLang="ru-RU" dirty="0" smtClean="0"/>
              <a:t> </a:t>
            </a:r>
            <a:r>
              <a:rPr lang="en-US" altLang="en-US" dirty="0" smtClean="0"/>
              <a:t>столкновений</a:t>
            </a:r>
            <a:endParaRPr lang="en-US" altLang="en-US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mtClean="0">
                <a:sym typeface="+mn-ea"/>
              </a:rPr>
              <a:t> </a:t>
            </a:r>
            <a:r>
              <a:rPr altLang="en-US" smtClean="0">
                <a:sym typeface="+mn-ea"/>
              </a:rPr>
              <a:t>Разработать</a:t>
            </a:r>
            <a:r>
              <a:rPr altLang="ru-RU" smtClean="0">
                <a:sym typeface="+mn-ea"/>
              </a:rPr>
              <a:t> </a:t>
            </a:r>
            <a:r>
              <a:rPr altLang="en-US" smtClean="0">
                <a:sym typeface="+mn-ea"/>
              </a:rPr>
              <a:t>базу</a:t>
            </a:r>
            <a:r>
              <a:rPr altLang="ru-RU" smtClean="0">
                <a:sym typeface="+mn-ea"/>
              </a:rPr>
              <a:t> </a:t>
            </a:r>
            <a:r>
              <a:rPr altLang="en-US" smtClean="0">
                <a:sym typeface="+mn-ea"/>
              </a:rPr>
              <a:t>данных</a:t>
            </a:r>
            <a:r>
              <a:rPr altLang="ru-RU" smtClean="0">
                <a:sym typeface="+mn-ea"/>
              </a:rPr>
              <a:t>, </a:t>
            </a:r>
            <a:r>
              <a:rPr altLang="en-US" smtClean="0">
                <a:sym typeface="+mn-ea"/>
              </a:rPr>
              <a:t>в</a:t>
            </a:r>
            <a:r>
              <a:rPr altLang="ru-RU" smtClean="0">
                <a:sym typeface="+mn-ea"/>
              </a:rPr>
              <a:t> </a:t>
            </a:r>
            <a:r>
              <a:rPr altLang="en-US" smtClean="0">
                <a:sym typeface="+mn-ea"/>
              </a:rPr>
              <a:t>которой</a:t>
            </a:r>
            <a:r>
              <a:rPr altLang="ru-RU" smtClean="0">
                <a:sym typeface="+mn-ea"/>
              </a:rPr>
              <a:t> </a:t>
            </a:r>
            <a:r>
              <a:rPr altLang="en-US" smtClean="0">
                <a:sym typeface="+mn-ea"/>
              </a:rPr>
              <a:t>будут</a:t>
            </a:r>
            <a:r>
              <a:rPr altLang="ru-RU" smtClean="0">
                <a:sym typeface="+mn-ea"/>
              </a:rPr>
              <a:t> </a:t>
            </a:r>
            <a:r>
              <a:rPr altLang="en-US" smtClean="0">
                <a:sym typeface="+mn-ea"/>
              </a:rPr>
              <a:t>находится</a:t>
            </a:r>
            <a:r>
              <a:rPr altLang="ru-RU" smtClean="0">
                <a:sym typeface="+mn-ea"/>
              </a:rPr>
              <a:t> </a:t>
            </a:r>
            <a:r>
              <a:rPr altLang="en-US" smtClean="0">
                <a:sym typeface="+mn-ea"/>
              </a:rPr>
              <a:t>таблицы</a:t>
            </a:r>
            <a:r>
              <a:rPr altLang="ru-RU" smtClean="0">
                <a:sym typeface="+mn-ea"/>
              </a:rPr>
              <a:t> </a:t>
            </a:r>
            <a:r>
              <a:rPr altLang="en-US" smtClean="0">
                <a:sym typeface="+mn-ea"/>
              </a:rPr>
              <a:t>с</a:t>
            </a:r>
            <a:r>
              <a:rPr altLang="ru-RU" smtClean="0">
                <a:sym typeface="+mn-ea"/>
              </a:rPr>
              <a:t> </a:t>
            </a:r>
            <a:r>
              <a:rPr altLang="en-US" smtClean="0">
                <a:sym typeface="+mn-ea"/>
              </a:rPr>
              <a:t>результатами</a:t>
            </a:r>
            <a:r>
              <a:rPr altLang="ru-RU" smtClean="0">
                <a:sym typeface="+mn-ea"/>
              </a:rPr>
              <a:t> </a:t>
            </a:r>
            <a:r>
              <a:rPr altLang="en-US" smtClean="0">
                <a:sym typeface="+mn-ea"/>
              </a:rPr>
              <a:t>игр</a:t>
            </a:r>
            <a:endParaRPr altLang="en-US" smtClean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dirty="0" smtClean="0"/>
              <a:t>Протестировать</a:t>
            </a:r>
            <a:r>
              <a:rPr lang="en-US" altLang="ru-RU" dirty="0" smtClean="0"/>
              <a:t> </a:t>
            </a:r>
            <a:r>
              <a:rPr lang="en-US" altLang="en-US" dirty="0" smtClean="0"/>
              <a:t>управление</a:t>
            </a:r>
            <a:endParaRPr lang="en-US" altLang="en-US" dirty="0" smtClean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dirty="0" smtClean="0"/>
              <a:t>Создать</a:t>
            </a:r>
            <a:r>
              <a:rPr lang="en-US" altLang="ru-RU" dirty="0" smtClean="0"/>
              <a:t> </a:t>
            </a:r>
            <a:r>
              <a:rPr lang="en-US" altLang="en-US" dirty="0" smtClean="0"/>
              <a:t>спрайты</a:t>
            </a:r>
            <a:r>
              <a:rPr lang="en-US" altLang="ru-RU" dirty="0" smtClean="0"/>
              <a:t> </a:t>
            </a:r>
            <a:r>
              <a:rPr lang="en-US" altLang="en-US" dirty="0" smtClean="0"/>
              <a:t>персонажа</a:t>
            </a:r>
            <a:endParaRPr lang="en-US" alt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>
          <a:xfrm>
            <a:off x="0" y="0"/>
            <a:ext cx="5448935" cy="4318000"/>
          </a:xfrm>
        </p:spPr>
        <p:txBody>
          <a:bodyPr>
            <a:noAutofit/>
          </a:bodyPr>
          <a:p>
            <a:r>
              <a:rPr lang="ru-RU" sz="1600" b="1" dirty="0" smtClean="0">
                <a:sym typeface="+mn-ea"/>
              </a:rPr>
              <a:t>Как работает программа, из каких функций и классов она состоит?</a:t>
            </a:r>
            <a:endParaRPr lang="ru-RU" sz="1600" b="1" dirty="0" smtClean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sz="1600" b="1" dirty="0" smtClean="0">
                <a:sym typeface="+mn-ea"/>
              </a:rPr>
              <a:t>класс </a:t>
            </a:r>
            <a:r>
              <a:rPr lang="en-US" altLang="ru-RU" sz="1600" b="1" dirty="0" smtClean="0">
                <a:sym typeface="+mn-ea"/>
              </a:rPr>
              <a:t>MyGUIWindow</a:t>
            </a:r>
            <a:r>
              <a:rPr lang="ru-RU" altLang="en-US" sz="1600" b="1" dirty="0" smtClean="0">
                <a:sym typeface="+mn-ea"/>
              </a:rPr>
              <a:t>(меню) - стартовое окно, с которого все начинается</a:t>
            </a:r>
            <a:endParaRPr lang="en-US" altLang="ru-RU" sz="1600" b="1" dirty="0" smtClean="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b="1" dirty="0" smtClean="0">
                <a:sym typeface="+mn-ea"/>
              </a:rPr>
              <a:t>класс </a:t>
            </a:r>
            <a:r>
              <a:rPr lang="en-US" sz="1600" b="1" dirty="0" smtClean="0">
                <a:sym typeface="+mn-ea"/>
              </a:rPr>
              <a:t>FaceDirection(</a:t>
            </a:r>
            <a:r>
              <a:rPr lang="ru-RU" sz="1600" b="1" dirty="0" smtClean="0">
                <a:sym typeface="+mn-ea"/>
              </a:rPr>
              <a:t>перечисление) - </a:t>
            </a:r>
            <a:r>
              <a:rPr lang="en-US" altLang="en-US" sz="1600" b="1" dirty="0" smtClean="0">
                <a:sym typeface="+mn-ea"/>
              </a:rPr>
              <a:t>перечисление</a:t>
            </a:r>
            <a:r>
              <a:rPr lang="en-US" altLang="ru-RU" sz="1600" b="1" dirty="0" smtClean="0">
                <a:sym typeface="+mn-ea"/>
              </a:rPr>
              <a:t> </a:t>
            </a:r>
            <a:r>
              <a:rPr lang="en-US" altLang="en-US" sz="1600" b="1" dirty="0" smtClean="0">
                <a:sym typeface="+mn-ea"/>
              </a:rPr>
              <a:t>возможных</a:t>
            </a:r>
            <a:r>
              <a:rPr lang="en-US" altLang="ru-RU" sz="1600" b="1" dirty="0" smtClean="0">
                <a:sym typeface="+mn-ea"/>
              </a:rPr>
              <a:t> </a:t>
            </a:r>
            <a:r>
              <a:rPr lang="en-US" altLang="en-US" sz="1600" b="1" dirty="0" smtClean="0">
                <a:sym typeface="+mn-ea"/>
              </a:rPr>
              <a:t>направлений</a:t>
            </a:r>
            <a:endParaRPr lang="ru-RU" sz="16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 sz="1600" b="1"/>
              <a:t>класс </a:t>
            </a:r>
            <a:r>
              <a:rPr lang="en-US" altLang="ru-RU" sz="1600" b="1"/>
              <a:t>Mario</a:t>
            </a:r>
            <a:r>
              <a:rPr lang="ru-RU" altLang="en-US" sz="1600" b="1"/>
              <a:t>(главный герой) - </a:t>
            </a:r>
            <a:r>
              <a:rPr lang="en-US" altLang="en-US" sz="1600" b="1"/>
              <a:t>Это</a:t>
            </a:r>
            <a:r>
              <a:rPr lang="en-US" altLang="ru-RU" sz="1600" b="1"/>
              <a:t> </a:t>
            </a:r>
            <a:r>
              <a:rPr lang="en-US" altLang="en-US" sz="1600" b="1"/>
              <a:t>сам</a:t>
            </a:r>
            <a:r>
              <a:rPr lang="en-US" altLang="ru-RU" sz="1600" b="1"/>
              <a:t> </a:t>
            </a:r>
            <a:r>
              <a:rPr lang="en-US" altLang="en-US" sz="1600" b="1"/>
              <a:t>Марио</a:t>
            </a:r>
            <a:r>
              <a:rPr lang="en-US" altLang="ru-RU" sz="1600" b="1"/>
              <a:t>. </a:t>
            </a:r>
            <a:r>
              <a:rPr lang="en-US" altLang="en-US" sz="1600" b="1"/>
              <a:t>Он</a:t>
            </a:r>
            <a:r>
              <a:rPr lang="en-US" altLang="ru-RU" sz="1600" b="1"/>
              <a:t> </a:t>
            </a:r>
            <a:r>
              <a:rPr lang="en-US" altLang="en-US" sz="1600" b="1"/>
              <a:t>умеет</a:t>
            </a:r>
            <a:r>
              <a:rPr lang="en-US" altLang="ru-RU" sz="1600" b="1"/>
              <a:t> </a:t>
            </a:r>
            <a:r>
              <a:rPr lang="en-US" altLang="en-US" sz="1600" b="1"/>
              <a:t>ходить</a:t>
            </a:r>
            <a:r>
              <a:rPr lang="en-US" altLang="ru-RU" sz="1600" b="1"/>
              <a:t>, </a:t>
            </a:r>
            <a:r>
              <a:rPr lang="en-US" altLang="en-US" sz="1600" b="1"/>
              <a:t>прыгать</a:t>
            </a:r>
            <a:r>
              <a:rPr lang="en-US" altLang="ru-RU" sz="1600" b="1"/>
              <a:t>, </a:t>
            </a:r>
            <a:r>
              <a:rPr lang="en-US" altLang="en-US" sz="1600" b="1"/>
              <a:t>падать</a:t>
            </a:r>
            <a:r>
              <a:rPr lang="en-US" altLang="ru-RU" sz="1600" b="1"/>
              <a:t>, </a:t>
            </a:r>
            <a:r>
              <a:rPr lang="en-US" altLang="en-US" sz="1600" b="1"/>
              <a:t>умирать</a:t>
            </a:r>
            <a:r>
              <a:rPr lang="en-US" altLang="ru-RU" sz="1600" b="1"/>
              <a:t> </a:t>
            </a:r>
            <a:r>
              <a:rPr lang="en-US" altLang="en-US" sz="1600" b="1"/>
              <a:t>и</a:t>
            </a:r>
            <a:r>
              <a:rPr lang="en-US" altLang="ru-RU" sz="1600" b="1"/>
              <a:t> </a:t>
            </a:r>
            <a:r>
              <a:rPr lang="en-US" altLang="en-US" sz="1600" b="1"/>
              <a:t>менять</a:t>
            </a:r>
            <a:r>
              <a:rPr lang="en-US" altLang="ru-RU" sz="1600" b="1"/>
              <a:t> </a:t>
            </a:r>
            <a:r>
              <a:rPr lang="en-US" altLang="en-US" sz="1600" b="1"/>
              <a:t>текстуры</a:t>
            </a:r>
            <a:endParaRPr lang="en-US" altLang="en-US" sz="16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 sz="1600" b="1"/>
              <a:t>класс </a:t>
            </a:r>
            <a:r>
              <a:rPr lang="en-US" altLang="en-US" sz="1600" b="1"/>
              <a:t>Coin(</a:t>
            </a:r>
            <a:r>
              <a:rPr lang="ru-RU" altLang="en-US" sz="1600" b="1"/>
              <a:t>монета) - </a:t>
            </a:r>
            <a:r>
              <a:rPr lang="en-US" altLang="en-US" sz="1600" b="1"/>
              <a:t>Простой</a:t>
            </a:r>
            <a:r>
              <a:rPr lang="en-US" altLang="ru-RU" sz="1600" b="1"/>
              <a:t> </a:t>
            </a:r>
            <a:r>
              <a:rPr lang="en-US" altLang="en-US" sz="1600" b="1"/>
              <a:t>класс</a:t>
            </a:r>
            <a:r>
              <a:rPr lang="en-US" altLang="ru-RU" sz="1600" b="1"/>
              <a:t> </a:t>
            </a:r>
            <a:r>
              <a:rPr lang="en-US" altLang="en-US" sz="1600" b="1"/>
              <a:t>для</a:t>
            </a:r>
            <a:r>
              <a:rPr lang="en-US" altLang="ru-RU" sz="1600" b="1"/>
              <a:t> </a:t>
            </a:r>
            <a:r>
              <a:rPr lang="en-US" altLang="en-US" sz="1600" b="1"/>
              <a:t>монет</a:t>
            </a:r>
            <a:r>
              <a:rPr lang="en-US" altLang="ru-RU" sz="1600" b="1"/>
              <a:t>, </a:t>
            </a:r>
            <a:r>
              <a:rPr lang="en-US" altLang="en-US" sz="1600" b="1"/>
              <a:t>которые</a:t>
            </a:r>
            <a:r>
              <a:rPr lang="en-US" altLang="ru-RU" sz="1600" b="1"/>
              <a:t> </a:t>
            </a:r>
            <a:r>
              <a:rPr lang="en-US" altLang="en-US" sz="1600" b="1"/>
              <a:t>падают</a:t>
            </a:r>
            <a:r>
              <a:rPr lang="en-US" altLang="ru-RU" sz="1600" b="1"/>
              <a:t> </a:t>
            </a:r>
            <a:r>
              <a:rPr lang="en-US" altLang="en-US" sz="1600" b="1"/>
              <a:t>сверху</a:t>
            </a:r>
            <a:endParaRPr lang="en-US" altLang="en-US" sz="1600" b="1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ru-RU" sz="1600" b="1"/>
          </a:p>
          <a:p>
            <a:endParaRPr lang="en-US" altLang="ru-RU" sz="1600" b="1"/>
          </a:p>
        </p:txBody>
      </p:sp>
      <p:pic>
        <p:nvPicPr>
          <p:cNvPr id="7" name="Изображение 6" descr="Снимок экрана 2026-02-17 0012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8725" y="4588510"/>
            <a:ext cx="4613275" cy="2270125"/>
          </a:xfrm>
          <a:prstGeom prst="rect">
            <a:avLst/>
          </a:prstGeom>
        </p:spPr>
      </p:pic>
      <p:pic>
        <p:nvPicPr>
          <p:cNvPr id="8" name="Изображение 7" descr="Снимок экрана 2026-02-17 0013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4464050"/>
          </a:xfrm>
          <a:prstGeom prst="rect">
            <a:avLst/>
          </a:prstGeom>
        </p:spPr>
      </p:pic>
      <p:pic>
        <p:nvPicPr>
          <p:cNvPr id="9" name="Изображение 8" descr="Снимок экрана 2026-02-17 0013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88510"/>
            <a:ext cx="7267575" cy="2269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>
          <a:xfrm>
            <a:off x="0" y="70485"/>
            <a:ext cx="5829300" cy="4013835"/>
          </a:xfrm>
        </p:spPr>
        <p:txBody>
          <a:bodyPr>
            <a:norm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sz="1600" b="1">
                <a:sym typeface="+mn-ea"/>
              </a:rPr>
              <a:t>класс </a:t>
            </a:r>
            <a:r>
              <a:rPr lang="en-US" altLang="en-US" sz="1600" b="1">
                <a:sym typeface="+mn-ea"/>
              </a:rPr>
              <a:t>Mushroom</a:t>
            </a:r>
            <a:r>
              <a:rPr lang="en-GB" altLang="en-US" sz="1600" b="1">
                <a:sym typeface="+mn-ea"/>
              </a:rPr>
              <a:t>(</a:t>
            </a:r>
            <a:r>
              <a:rPr lang="ru-RU" altLang="en-GB" sz="1600" b="1">
                <a:sym typeface="+mn-ea"/>
              </a:rPr>
              <a:t>г</a:t>
            </a:r>
            <a:r>
              <a:rPr lang="ru-RU" altLang="en-US" sz="1600" b="1">
                <a:sym typeface="+mn-ea"/>
              </a:rPr>
              <a:t>риб) - </a:t>
            </a:r>
            <a:r>
              <a:rPr lang="en-US" altLang="en-US" sz="1600" b="1">
                <a:sym typeface="+mn-ea"/>
              </a:rPr>
              <a:t>Гриб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ходит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туда</a:t>
            </a:r>
            <a:r>
              <a:rPr lang="en-US" altLang="ru-RU" sz="1600" b="1">
                <a:sym typeface="+mn-ea"/>
              </a:rPr>
              <a:t>-</a:t>
            </a:r>
            <a:r>
              <a:rPr lang="en-US" altLang="en-US" sz="1600" b="1">
                <a:sym typeface="+mn-ea"/>
              </a:rPr>
              <a:t>сюда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по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экрану</a:t>
            </a:r>
            <a:r>
              <a:rPr lang="en-US" altLang="ru-RU" sz="1600" b="1">
                <a:sym typeface="+mn-ea"/>
              </a:rPr>
              <a:t>. </a:t>
            </a:r>
            <a:r>
              <a:rPr lang="en-US" altLang="en-US" sz="1600" b="1">
                <a:sym typeface="+mn-ea"/>
              </a:rPr>
              <a:t>Если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Марио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прыгнет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на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него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сверху</a:t>
            </a:r>
            <a:r>
              <a:rPr lang="en-US" altLang="ru-RU" sz="1600" b="1">
                <a:sym typeface="+mn-ea"/>
              </a:rPr>
              <a:t> — </a:t>
            </a:r>
            <a:r>
              <a:rPr lang="en-US" altLang="en-US" sz="1600" b="1">
                <a:sym typeface="+mn-ea"/>
              </a:rPr>
              <a:t>гриб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сплющивается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и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исчезает</a:t>
            </a:r>
            <a:r>
              <a:rPr lang="en-US" altLang="ru-RU" sz="1600" b="1">
                <a:sym typeface="+mn-ea"/>
              </a:rPr>
              <a:t>. </a:t>
            </a:r>
            <a:r>
              <a:rPr lang="en-US" altLang="en-US" sz="1600" b="1">
                <a:sym typeface="+mn-ea"/>
              </a:rPr>
              <a:t>Если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заденет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сбоку</a:t>
            </a:r>
            <a:r>
              <a:rPr lang="en-US" altLang="ru-RU" sz="1600" b="1">
                <a:sym typeface="+mn-ea"/>
              </a:rPr>
              <a:t> — </a:t>
            </a:r>
            <a:r>
              <a:rPr lang="en-US" altLang="en-US" sz="1600" b="1">
                <a:sym typeface="+mn-ea"/>
              </a:rPr>
              <a:t>отбрасывает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Марио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и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отнимает</a:t>
            </a:r>
            <a:r>
              <a:rPr lang="en-US" altLang="ru-RU" sz="1600" b="1">
                <a:sym typeface="+mn-ea"/>
              </a:rPr>
              <a:t> </a:t>
            </a:r>
            <a:r>
              <a:rPr lang="en-US" altLang="en-US" sz="1600" b="1">
                <a:sym typeface="+mn-ea"/>
              </a:rPr>
              <a:t>жизнь</a:t>
            </a:r>
            <a:r>
              <a:rPr lang="en-US" altLang="ru-RU" sz="1600" b="1">
                <a:sym typeface="+mn-ea"/>
              </a:rPr>
              <a:t>.</a:t>
            </a:r>
            <a:endParaRPr lang="en-US" altLang="ru-RU" sz="1600" b="1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ru-RU" sz="1600" b="1"/>
              <a:t>класс </a:t>
            </a:r>
            <a:r>
              <a:rPr lang="en-US" altLang="ru-RU" sz="1600" b="1"/>
              <a:t>Turtle (</a:t>
            </a:r>
            <a:r>
              <a:rPr lang="en-US" altLang="en-US" sz="1600" b="1"/>
              <a:t>черепаха</a:t>
            </a:r>
            <a:r>
              <a:rPr lang="en-US" altLang="ru-RU" sz="1600" b="1"/>
              <a:t>)</a:t>
            </a:r>
            <a:r>
              <a:rPr lang="ru-RU" altLang="en-US" sz="1600" b="1"/>
              <a:t> - </a:t>
            </a:r>
            <a:r>
              <a:rPr lang="en-US" altLang="en-US" sz="1600" b="1"/>
              <a:t>Черепаха</a:t>
            </a:r>
            <a:r>
              <a:rPr lang="en-US" altLang="ru-RU" sz="1600" b="1"/>
              <a:t> </a:t>
            </a:r>
            <a:r>
              <a:rPr lang="en-US" altLang="en-US" sz="1600" b="1"/>
              <a:t>ходит</a:t>
            </a:r>
            <a:r>
              <a:rPr lang="en-US" altLang="ru-RU" sz="1600" b="1"/>
              <a:t>, </a:t>
            </a:r>
            <a:r>
              <a:rPr lang="en-US" altLang="en-US" sz="1600" b="1"/>
              <a:t>превращается</a:t>
            </a:r>
            <a:r>
              <a:rPr lang="en-US" altLang="ru-RU" sz="1600" b="1"/>
              <a:t> </a:t>
            </a:r>
            <a:r>
              <a:rPr lang="en-US" altLang="en-US" sz="1600" b="1"/>
              <a:t>в</a:t>
            </a:r>
            <a:r>
              <a:rPr lang="en-US" altLang="ru-RU" sz="1600" b="1"/>
              <a:t> </a:t>
            </a:r>
            <a:r>
              <a:rPr lang="en-US" altLang="en-US" sz="1600" b="1"/>
              <a:t>панцирь</a:t>
            </a:r>
            <a:r>
              <a:rPr lang="en-US" altLang="ru-RU" sz="1600" b="1"/>
              <a:t>, </a:t>
            </a:r>
            <a:r>
              <a:rPr lang="en-US" altLang="en-US" sz="1600" b="1"/>
              <a:t>панцирь</a:t>
            </a:r>
            <a:r>
              <a:rPr lang="en-US" altLang="ru-RU" sz="1600" b="1"/>
              <a:t> </a:t>
            </a:r>
            <a:r>
              <a:rPr lang="en-US" altLang="en-US" sz="1600" b="1"/>
              <a:t>можно</a:t>
            </a:r>
            <a:r>
              <a:rPr lang="en-US" altLang="ru-RU" sz="1600" b="1"/>
              <a:t> </a:t>
            </a:r>
            <a:r>
              <a:rPr lang="en-US" altLang="en-US" sz="1600" b="1"/>
              <a:t>пинать</a:t>
            </a:r>
            <a:r>
              <a:rPr lang="en-US" altLang="ru-RU" sz="1600" b="1"/>
              <a:t>, </a:t>
            </a:r>
            <a:r>
              <a:rPr lang="en-US" altLang="en-US" sz="1600" b="1"/>
              <a:t>он</a:t>
            </a:r>
            <a:r>
              <a:rPr lang="en-US" altLang="ru-RU" sz="1600" b="1"/>
              <a:t> </a:t>
            </a:r>
            <a:r>
              <a:rPr lang="en-US" altLang="en-US" sz="1600" b="1"/>
              <a:t>летает</a:t>
            </a:r>
            <a:r>
              <a:rPr lang="en-US" altLang="ru-RU" sz="1600" b="1"/>
              <a:t> </a:t>
            </a:r>
            <a:r>
              <a:rPr lang="en-US" altLang="en-US" sz="1600" b="1"/>
              <a:t>по</a:t>
            </a:r>
            <a:r>
              <a:rPr lang="en-US" altLang="ru-RU" sz="1600" b="1"/>
              <a:t> </a:t>
            </a:r>
            <a:r>
              <a:rPr lang="en-US" altLang="en-US" sz="1600" b="1"/>
              <a:t>экрану</a:t>
            </a:r>
            <a:r>
              <a:rPr lang="en-US" altLang="ru-RU" sz="1600" b="1"/>
              <a:t> </a:t>
            </a:r>
            <a:r>
              <a:rPr lang="en-US" altLang="en-US" sz="1600" b="1"/>
              <a:t>и</a:t>
            </a:r>
            <a:r>
              <a:rPr lang="en-US" altLang="ru-RU" sz="1600" b="1"/>
              <a:t> </a:t>
            </a:r>
            <a:r>
              <a:rPr lang="en-US" altLang="en-US" sz="1600" b="1"/>
              <a:t>убивает</a:t>
            </a:r>
            <a:r>
              <a:rPr lang="en-US" altLang="ru-RU" sz="1600" b="1"/>
              <a:t> </a:t>
            </a:r>
            <a:r>
              <a:rPr lang="en-US" altLang="en-US" sz="1600" b="1"/>
              <a:t>грибы</a:t>
            </a:r>
            <a:r>
              <a:rPr lang="en-US" altLang="ru-RU" sz="1600" b="1"/>
              <a:t>.</a:t>
            </a:r>
            <a:endParaRPr lang="en-US" altLang="ru-RU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 sz="1600" b="1"/>
              <a:t>класс </a:t>
            </a:r>
            <a:r>
              <a:rPr lang="en-US" altLang="ru-RU" sz="1600" b="1"/>
              <a:t>MarioGame (</a:t>
            </a:r>
            <a:r>
              <a:rPr lang="en-US" altLang="en-US" sz="1600" b="1"/>
              <a:t>главный</a:t>
            </a:r>
            <a:r>
              <a:rPr lang="en-US" altLang="ru-RU" sz="1600" b="1"/>
              <a:t> </a:t>
            </a:r>
            <a:r>
              <a:rPr lang="en-US" altLang="en-US" sz="1600" b="1"/>
              <a:t>класс</a:t>
            </a:r>
            <a:r>
              <a:rPr lang="en-US" altLang="ru-RU" sz="1600" b="1"/>
              <a:t> </a:t>
            </a:r>
            <a:r>
              <a:rPr lang="en-US" altLang="en-US" sz="1600" b="1"/>
              <a:t>игры</a:t>
            </a:r>
            <a:r>
              <a:rPr lang="en-US" altLang="ru-RU" sz="1600" b="1"/>
              <a:t>)</a:t>
            </a:r>
            <a:r>
              <a:rPr lang="ru-RU" altLang="en-US" sz="1600" b="1"/>
              <a:t> - </a:t>
            </a:r>
            <a:r>
              <a:rPr lang="en-US" altLang="en-US" sz="1600" b="1"/>
              <a:t>Связывает</a:t>
            </a:r>
            <a:r>
              <a:rPr lang="en-US" altLang="ru-RU" sz="1600" b="1"/>
              <a:t> </a:t>
            </a:r>
            <a:r>
              <a:rPr lang="en-US" altLang="en-US" sz="1600" b="1"/>
              <a:t>всё</a:t>
            </a:r>
            <a:r>
              <a:rPr lang="en-US" altLang="ru-RU" sz="1600" b="1"/>
              <a:t> </a:t>
            </a:r>
            <a:r>
              <a:rPr lang="en-US" altLang="en-US" sz="1600" b="1"/>
              <a:t>вместе</a:t>
            </a:r>
            <a:r>
              <a:rPr lang="en-US" altLang="ru-RU" sz="1600" b="1"/>
              <a:t>. </a:t>
            </a:r>
            <a:r>
              <a:rPr lang="en-US" altLang="en-US" sz="1600" b="1"/>
              <a:t>Управляет</a:t>
            </a:r>
            <a:r>
              <a:rPr lang="en-US" altLang="ru-RU" sz="1600" b="1"/>
              <a:t> </a:t>
            </a:r>
            <a:r>
              <a:rPr lang="en-US" altLang="en-US" sz="1600" b="1"/>
              <a:t>экраном</a:t>
            </a:r>
            <a:r>
              <a:rPr lang="en-US" altLang="ru-RU" sz="1600" b="1"/>
              <a:t>, </a:t>
            </a:r>
            <a:r>
              <a:rPr lang="en-US" altLang="en-US" sz="1600" b="1"/>
              <a:t>меню</a:t>
            </a:r>
            <a:r>
              <a:rPr lang="en-US" altLang="ru-RU" sz="1600" b="1"/>
              <a:t>, </a:t>
            </a:r>
            <a:r>
              <a:rPr lang="en-US" altLang="en-US" sz="1600" b="1"/>
              <a:t>коллизиями</a:t>
            </a:r>
            <a:r>
              <a:rPr lang="en-US" altLang="ru-RU" sz="1600" b="1"/>
              <a:t>, </a:t>
            </a:r>
            <a:r>
              <a:rPr lang="en-US" altLang="en-US" sz="1600" b="1"/>
              <a:t>счетом</a:t>
            </a:r>
            <a:r>
              <a:rPr lang="en-US" altLang="ru-RU" sz="1600" b="1"/>
              <a:t>, </a:t>
            </a:r>
            <a:r>
              <a:rPr lang="en-US" altLang="en-US" sz="1600" b="1"/>
              <a:t>жизнями</a:t>
            </a:r>
            <a:r>
              <a:rPr lang="en-US" altLang="ru-RU" sz="1600" b="1"/>
              <a:t>, </a:t>
            </a:r>
            <a:r>
              <a:rPr lang="en-US" altLang="en-US" sz="1600" b="1"/>
              <a:t>победой</a:t>
            </a:r>
            <a:r>
              <a:rPr lang="en-US" altLang="ru-RU" sz="1600" b="1"/>
              <a:t> </a:t>
            </a:r>
            <a:r>
              <a:rPr lang="en-US" altLang="en-US" sz="1600" b="1"/>
              <a:t>и</a:t>
            </a:r>
            <a:r>
              <a:rPr lang="en-US" altLang="ru-RU" sz="1600" b="1"/>
              <a:t> </a:t>
            </a:r>
            <a:r>
              <a:rPr lang="en-US" altLang="en-US" sz="1600" b="1"/>
              <a:t>поражением</a:t>
            </a:r>
            <a:r>
              <a:rPr lang="en-US" altLang="ru-RU" sz="1600" b="1"/>
              <a:t>.</a:t>
            </a:r>
            <a:endParaRPr lang="en-US" altLang="ru-RU" sz="1600" b="1"/>
          </a:p>
          <a:p>
            <a:endParaRPr lang="ru-RU" altLang="en-US" sz="1600"/>
          </a:p>
        </p:txBody>
      </p:sp>
      <p:pic>
        <p:nvPicPr>
          <p:cNvPr id="5" name="Изображение 4" descr="Снимок экрана 2026-02-17 0013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185" y="4627880"/>
            <a:ext cx="5885815" cy="2230120"/>
          </a:xfrm>
          <a:prstGeom prst="rect">
            <a:avLst/>
          </a:prstGeom>
        </p:spPr>
      </p:pic>
      <p:pic>
        <p:nvPicPr>
          <p:cNvPr id="6" name="Изображение 5" descr="Снимок экрана 2026-02-17 0017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50" y="70485"/>
            <a:ext cx="5873750" cy="4403725"/>
          </a:xfrm>
          <a:prstGeom prst="rect">
            <a:avLst/>
          </a:prstGeom>
        </p:spPr>
      </p:pic>
      <p:pic>
        <p:nvPicPr>
          <p:cNvPr id="7" name="Изображение 6" descr="Снимок экрана 2026-02-17 0017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84320"/>
            <a:ext cx="6085205" cy="2773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Что включает в себя готовый функциона игры?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/>
              <a:t>Управление героем</a:t>
            </a:r>
            <a:endParaRPr lang="ru-RU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/>
              <a:t>Врагов и их поведение</a:t>
            </a:r>
            <a:endParaRPr lang="ru-RU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/>
              <a:t>Монеты и счет</a:t>
            </a:r>
            <a:endParaRPr lang="ru-RU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/>
              <a:t>Жизни и здоровье</a:t>
            </a:r>
            <a:endParaRPr lang="ru-RU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/>
              <a:t>Звук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>
                <a:sym typeface="+mn-ea"/>
              </a:rPr>
              <a:t>Победа и поражение</a:t>
            </a:r>
            <a:endParaRPr lang="ru-RU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>
                <a:sym typeface="+mn-ea"/>
              </a:rPr>
              <a:t>Визуальные эффекты </a:t>
            </a:r>
            <a:endParaRPr lang="ru-RU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>
                <a:sym typeface="+mn-ea"/>
              </a:rPr>
              <a:t>Интерфейс и меню </a:t>
            </a:r>
            <a:endParaRPr lang="ru-RU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>
                <a:sym typeface="+mn-ea"/>
              </a:rPr>
              <a:t>Сохранение результатов</a:t>
            </a:r>
            <a:endParaRPr lang="ru-RU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en-US">
                <a:sym typeface="+mn-ea"/>
              </a:rPr>
              <a:t>Камера </a:t>
            </a:r>
            <a:endParaRPr lang="ru-RU" altLang="en-US"/>
          </a:p>
          <a:p>
            <a:endParaRPr lang="ru-RU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Изображение 4" descr="Снимок экрана 2026-02-17 0033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635"/>
            <a:ext cx="12192000" cy="685736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3142615"/>
            <a:ext cx="10515600" cy="1325563"/>
          </a:xfrm>
        </p:spPr>
        <p:txBody>
          <a:bodyPr/>
          <a:p>
            <a:r>
              <a:rPr lang="ru-RU" altLang="en-US"/>
              <a:t>Спасибо за внимание </a:t>
            </a:r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1448</Words>
  <Application>WPS Presentation</Application>
  <PresentationFormat>宽屏</PresentationFormat>
  <Paragraphs>50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</dc:creator>
  <cp:lastModifiedBy>david</cp:lastModifiedBy>
  <cp:revision>10</cp:revision>
  <dcterms:created xsi:type="dcterms:W3CDTF">2025-07-23T00:59:00Z</dcterms:created>
  <dcterms:modified xsi:type="dcterms:W3CDTF">2026-02-16T20:36:54Z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6984D040013E45B08878F3A1BEF1B1A4_13</vt:lpwstr>
  </property>
</Properties>
</file>